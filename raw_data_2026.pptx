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4173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65760" y="365760"/>
          <a:ext cx="3291840" cy="877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/>
                <a:gridCol w="210312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맑은 고딕"/>
                        </a:rPr>
                        <a:t>추출기간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2026년 전체~전체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맑은 고딕"/>
                        </a:rPr>
                        <a:t>추출일시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2026.08.14 10:46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맑은 고딕"/>
                        </a:rPr>
                        <a:t>추출건수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563624"/>
          <a:ext cx="8412480" cy="130576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/>
                <a:gridCol w="1188720"/>
                <a:gridCol w="1828800"/>
                <a:gridCol w="1463040"/>
                <a:gridCol w="1463040"/>
                <a:gridCol w="155448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맑은 고딕"/>
                        </a:rPr>
                        <a:t>주차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맑은 고딕"/>
                        </a:rPr>
                        <a:t>브랜드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맑은 고딕"/>
                        </a:rPr>
                        <a:t>매출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맑은 고딕"/>
                        </a:rPr>
                        <a:t>판매수량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맑은 고딕"/>
                        </a:rPr>
                        <a:t>트래픽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맑은 고딕"/>
                        </a:rPr>
                        <a:t>Organic 트래픽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C6D9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202601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Amazon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1,537,011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5580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397695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283655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202601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HiSense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2,538,325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8162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172911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99912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202601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Insignia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2,660,917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15325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252418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187779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202601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LG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3,263,854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2704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177016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82277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202601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Roku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2,082,773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8439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216477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142883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202601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Samsung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8,381,908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13998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416289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233835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202601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Sony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1,374,383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1195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72360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25681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202601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TCL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2,842,717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5572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204996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86974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202601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Toshiba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364,482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2075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18744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9997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202601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Vizio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778,657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5168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94235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67948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202602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Amazon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1,270,647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4560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323549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231391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202602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HiSense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2,790,455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8115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195782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91900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202602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Insignia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2,344,779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14458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201461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145037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202602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LG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3,200,816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2638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165925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68814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202602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Roku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1,850,002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7706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163399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114780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202602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Samsung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8,194,934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14462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425203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187619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202602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Sony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1,560,153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1474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89508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21108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202602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TCL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2,740,265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5266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217484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66992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202602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Toshiba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411,323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2294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32519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21395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202602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Vizio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614,201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4092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74878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52239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202603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Amazon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1,341,151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4762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332899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235857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202603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HiSense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2,446,043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6796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207443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97237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202603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Insignia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2,248,661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14254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260883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185595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202603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LG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2,897,217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2399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192660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79097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202603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Roku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2,220,729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9656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216064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145127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202603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Samsung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7,329,337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12898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453976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227681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202603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Sony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1,348,501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1323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91128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31579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202603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TCL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3,068,152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5186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240232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90321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202603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Toshiba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405,117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2231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31611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20077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202603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Vizio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562,934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3568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79197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45556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202604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Amazon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1,091,604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4296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290563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209202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202604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HiSense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2,459,604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6300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191881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72923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202604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Insignia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2,587,571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17809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227690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162089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202604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LG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3,712,142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3069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197516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76088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202604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Roku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2,496,206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11331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240114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159346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202604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Samsung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7,816,866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13659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448847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199648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202604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Sony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1,439,646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1387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98333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30442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202604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TCL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3,509,521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5800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281158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96418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202604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Toshiba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337,217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1760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28909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13072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202604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Vizio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482,734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2796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51727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26134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202605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Amazon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2,012,739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7946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372154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320937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202605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HiSense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2,823,827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7338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179926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69645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202605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Insignia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2,979,040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19412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239071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176764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202605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LG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3,543,849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3163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220373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70610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202605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Roku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3,622,392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17145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222651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164880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202605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Samsung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8,976,445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15154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467475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196781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202605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Sony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1,782,282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1717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105460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34466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202605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TCL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4,024,575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6791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273077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109755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202605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Toshiba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458,205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3821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39206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26371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202605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Vizio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340,269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1630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35006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15145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